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273478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1920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D'INFORMATION — SERVICE CLIENT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virtuel : ce qu'il pourra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répondre automatiquement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chatbot de la plateforme YABA pourra dire aux clients, question par question — construit à partir de vos 30 catégories de requêtes réelles.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principe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L'assistant consulte des informations déjà existantes — il n'exécute jamais aucune action à votre place.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du terminal : position et statut des conteneurs, navires, rendez-vous camion (VBS), VGM, messages EDI...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40280"/>
            <a:ext cx="594360" cy="594360"/>
          </a:xfrm>
          <a:prstGeom prst="ellipse">
            <a:avLst/>
          </a:prstGeom>
          <a:solidFill>
            <a:srgbClr val="0B5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YABA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47472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propre plateforme : factures, documents (BADT, BEE), réclamations, avoirs et exonérations.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4028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47472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que la demande dépasse une simple consultation — une action, une décision, un incident — l'assistant transmet directement, sans faire réexpliquer le client.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virtuel — Note Service Client — Plateforme YABA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30 catégories de requêtes fréquentes que vos équipes reçoivent aujourd'hui.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E7F7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8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couvertes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FF6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233172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couvertes ailleurs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YABA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33172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nécessitent toujours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20 » et « 7 » deviennent effectifs une fois la préparation technique côté Navis terminée (en cours avec votre équipe IT).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virtuel — Note Service Client — Plateforme YABA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7F7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NAVIS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auxquelles l'assistant pourra répondre seul (1/2)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6642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est mon conteneur 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9293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 introuvable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311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je ne peux pas le récupérer 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963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 bloqué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980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conteneur dangereux est-il débarqué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64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d'un BL sur OMNIO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931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conteneurs sur ma nomination / mon booking 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581144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4988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d'un navire CIT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7640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arrivée, à quai...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148072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506577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 au chargement / embouteillage sortie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715000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78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563270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d'un conteneur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6281928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6245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61996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d'une prise de rendez-vous camion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virtuel — Note Service Client — Plateforme YABA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7F7E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NAVIS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auxquelles l'assistant pourra répondre seul (2/2)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6642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rendez-vous a-t-il bien été annulé 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2311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Créneaux disponibles pour un rendez-vous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7980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VBS (système disponible ?)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364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VGM (poids du conteneur)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14216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931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COPARN reçu ou non reçu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81144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4988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d'une mission conteneur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148072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06577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mission a-t-elle bien été annulée 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715000"/>
            <a:ext cx="256032" cy="256032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678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563270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d'un conteneur entre sites (HINO/CIT)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virtuel — Note Service Client — Plateforme YABA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YABA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déjà couvertes par YABA (pas Navis)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documents ou statuts que YABA gère déjà lui-même — l'assistant les cherche directement dans le dossier du client, sans passer par Navis.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633472"/>
            <a:ext cx="365760" cy="365760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14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 d'accès à un BL sur 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2633472"/>
            <a:ext cx="365760" cy="365760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514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Actualisation du BADT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05072"/>
            <a:ext cx="365760" cy="365760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86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BADT expiré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374904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4005072"/>
            <a:ext cx="365760" cy="365760"/>
          </a:xfrm>
          <a:prstGeom prst="ellipse">
            <a:avLst/>
          </a:prstGeom>
          <a:solidFill>
            <a:srgbClr val="E7F7EF"/>
          </a:solidFill>
          <a:ln w="12700">
            <a:solidFill>
              <a:srgbClr val="1A8F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8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886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du BEE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virtuel — Note Service Client — Plateforme YABA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REQUIS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qui resteront toujours traitées par un agent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des limites techniques temporaires : par nature, ces demandes exigent une action ou un jugement humain.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58568"/>
            <a:ext cx="329184" cy="329184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7627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 OMNIO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76272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 est une action, pas une consultation.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971800"/>
            <a:ext cx="329184" cy="329184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5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88950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de compte OMNIO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889504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raison : une action qui modifie un dossier.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685032"/>
            <a:ext cx="329184" cy="329184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6027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OMNIO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602736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incident à corriger — il n'y a rien à « consulter ».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88536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398264"/>
            <a:ext cx="329184" cy="329184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3159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RTG en panne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4315968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technique/équipement, sans rapport avec un conteneur précis.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001768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7F8FB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111496"/>
            <a:ext cx="329184" cy="329184"/>
          </a:xfrm>
          <a:prstGeom prst="ellipse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09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502920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de réseau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5029200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informatique.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virtuel — Note Service Client — Plateforme YABA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734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maintenant 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action technique n'est requise de votre part. La liste technique détaillée (quelles informations demander à Navis, à quel écran) a déjà été transmise à l'équipe IT et à l'administrateur Navis.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27347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5292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que la liste des 20 questions « Oui » correspond bien à vos priorités réelles 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27347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04164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a-t-il des questions fréquentes qui manquent à cette liste 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établie le 23/09/2026 à partir des 30 catégories de requêtes fournies (REQUETE VBS.xlsx).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2026-09-23T08:46:34Z</dcterms:created>
  <dcterms:modified xsi:type="dcterms:W3CDTF">2026-09-23T08:46:34Z</dcterms:modified>
</cp:coreProperties>
</file>